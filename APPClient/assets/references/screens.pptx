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315f8967246f4" /><Relationship Type="http://schemas.openxmlformats.org/officeDocument/2006/relationships/extended-properties" Target="/docProps/app.xml" Id="R111019168e194556" /><Relationship Type="http://schemas.openxmlformats.org/officeDocument/2006/relationships/officeDocument" Target="/ppt/presentation.xml" Id="Rf2c9b0e91f1c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b5cb2cc67460b"/>
  </p:sldMasterIdLst>
  <p:notesMasterIdLst>
    <p:notesMasterId xmlns:r="http://schemas.openxmlformats.org/officeDocument/2006/relationships" r:id="Rb2fa6ef8c8f04cfb"/>
  </p:notesMasterIdLst>
  <p:sldIdLst>
    <p:sldId xmlns:r="http://schemas.openxmlformats.org/officeDocument/2006/relationships" id="256" r:id="R107b6c8b472546b7"/>
    <p:sldId xmlns:r="http://schemas.openxmlformats.org/officeDocument/2006/relationships" id="257" r:id="Rff096ee40b9f4ac8"/>
    <p:sldId xmlns:r="http://schemas.openxmlformats.org/officeDocument/2006/relationships" id="258" r:id="R3b1bc4910a794007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57204f6fb4bfa" /><Relationship Type="http://schemas.openxmlformats.org/officeDocument/2006/relationships/slideMaster" Target="/ppt/slideMasters/slideMaster1.xml" Id="R443b5cb2cc67460b" /><Relationship Type="http://schemas.openxmlformats.org/officeDocument/2006/relationships/notesMaster" Target="/ppt/notesMasters/notesMaster1.xml" Id="Rb2fa6ef8c8f04cfb" /><Relationship Type="http://schemas.openxmlformats.org/officeDocument/2006/relationships/presProps" Target="/ppt/presProps.xml" Id="Raf38d75da5f84d88" /><Relationship Type="http://schemas.openxmlformats.org/officeDocument/2006/relationships/tableStyles" Target="/ppt/tableStyles.xml" Id="R2bfc3e7eb5594388" /><Relationship Type="http://schemas.openxmlformats.org/officeDocument/2006/relationships/slide" Target="/ppt/slides/slide1.xml" Id="R107b6c8b472546b7" /><Relationship Type="http://schemas.openxmlformats.org/officeDocument/2006/relationships/slide" Target="/ppt/slides/slide2.xml" Id="Rff096ee40b9f4ac8" /><Relationship Type="http://schemas.openxmlformats.org/officeDocument/2006/relationships/slide" Target="/ppt/slides/slide3.xml" Id="R3b1bc4910a7940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06311b51ab42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da7ce62534427" /><Relationship Type="http://schemas.openxmlformats.org/officeDocument/2006/relationships/notesMaster" Target="/ppt/notesMasters/notesMaster1.xml" Id="R65cc3ceec523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0b8f64d1a4dfe" /><Relationship Type="http://schemas.openxmlformats.org/officeDocument/2006/relationships/notesMaster" Target="/ppt/notesMasters/notesMaster1.xml" Id="Rb630e2a4fafa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1e4cf4ed84676" /><Relationship Type="http://schemas.openxmlformats.org/officeDocument/2006/relationships/notesMaster" Target="/ppt/notesMasters/notesMaster1.xml" Id="R4d42992acca0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 original sample UI. Source: Mockup/task-reference-assets/inquiry-overview.png. No real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 original sample UI. Source: Mockup/task-reference-assets/inquiry-detail.png. No real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2a11203f0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7b995245084cfa" /><Relationship Type="http://schemas.openxmlformats.org/officeDocument/2006/relationships/slideLayout" Target="/ppt/slideLayouts/slideLayout1.xml" Id="Rfe3eb9d3b916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eb9d3b916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09961c661441d" /><Relationship Type="http://schemas.openxmlformats.org/officeDocument/2006/relationships/notesSlide" Target="/ppt/notesSlides/notesSlide1.xml" Id="R10abd1d8f3f4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2ecd1ced74982" /><Relationship Type="http://schemas.openxmlformats.org/officeDocument/2006/relationships/image" Target="/ppt/media/image.png" Id="Rcce3463f58b540cb" /><Relationship Type="http://schemas.openxmlformats.org/officeDocument/2006/relationships/notesSlide" Target="/ppt/notesSlides/notesSlide2.xml" Id="Rddd391994090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404073b934dd3" /><Relationship Type="http://schemas.openxmlformats.org/officeDocument/2006/relationships/image" Target="/ppt/media/image2.png" Id="Rb3eb0456418647fe" /><Relationship Type="http://schemas.openxmlformats.org/officeDocument/2006/relationships/notesSlide" Target="/ppt/notesSlides/notesSlide3.xml" Id="R27921ba79e2d43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0F280-8CF5-45AD-A4E1-12EB491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INQUIRY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B0C8B-1F69-4604-85A3-EFC4F9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D7ECE3"/>
                </a:solidFill>
                <a:latin typeface="Yu Gothic"/>
                <a:ea typeface="Yu Gothic"/>
                <a:cs typeface="Yu Gothic"/>
              </a:defRPr>
            </a:pPr>
            <a:r>
              <a:rPr sz="2700">
                <a:solidFill>
                  <a:srgbClr val="D7ECE3"/>
                </a:solidFill>
                <a:latin typeface="Yu Gothic"/>
                <a:ea typeface="Yu Gothic"/>
                <a:cs typeface="Yu Gothic"/>
              </a:rPr>
              <a:t>チームの対応を、ひとつの画面に。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45D10-3747-41B8-8977-CD2293E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登録     共有     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7B4AC-C06D-4150-8389-2F7FE63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CE3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D7ECE3"/>
                </a:solidFill>
                <a:latin typeface="Yu Gothic"/>
                <a:ea typeface="Yu Gothic"/>
                <a:cs typeface="Yu Gothic"/>
              </a:rPr>
              <a:t>1 / 3    OPC 架空の参考資料</a:t>
            </a:r>
          </a:p>
        </p:txBody>
      </p:sp>
    </p:spTree>
    <p:extLst>
      <p:ext uri="{BB962C8B-B14F-4D97-AF65-F5344CB8AC3E}">
        <p14:creationId xmlns:p14="http://schemas.microsoft.com/office/powerpoint/2010/main" val="380067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6C286-540C-4D72-92F2-5D82C89F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E35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183E35"/>
                </a:solidFill>
                <a:latin typeface="Yu Gothic"/>
                <a:ea typeface="Yu Gothic"/>
                <a:cs typeface="Yu Gothic"/>
              </a:rPr>
              <a:t>02 サービスの全体像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3463f58b540cb"/>
          <a:stretch xmlns:a="http://schemas.openxmlformats.org/drawingml/2006/main"/>
        </p:blipFill>
        <p:spPr>
          <a:xfrm xmlns:a="http://schemas.openxmlformats.org/drawingml/2006/main">
            <a:off x="1143000" y="952500"/>
            <a:ext cx="9906000" cy="6191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FB499-49D8-4119-83B1-11B85FE4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199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D63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526D63"/>
                </a:solidFill>
                <a:latin typeface="Yu Gothic"/>
                <a:ea typeface="Yu Gothic"/>
                <a:cs typeface="Yu Gothic"/>
              </a:rPr>
              <a:t>2 / 3    問い合わせ一覧から、担当者と対応状況を確認します。   架空の画面例です。</a:t>
            </a:r>
          </a:p>
        </p:txBody>
      </p:sp>
    </p:spTree>
    <p:extLst>
      <p:ext uri="{BB962C8B-B14F-4D97-AF65-F5344CB8AC3E}">
        <p14:creationId xmlns:p14="http://schemas.microsoft.com/office/powerpoint/2010/main" val="1349863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FF745-8E0B-4592-B7E2-C94DD71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E35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183E35"/>
                </a:solidFill>
                <a:latin typeface="Yu Gothic"/>
                <a:ea typeface="Yu Gothic"/>
                <a:cs typeface="Yu Gothic"/>
              </a:rPr>
              <a:t>03 問い合わせの詳細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b0456418647fe"/>
          <a:stretch xmlns:a="http://schemas.openxmlformats.org/drawingml/2006/main"/>
        </p:blipFill>
        <p:spPr>
          <a:xfrm xmlns:a="http://schemas.openxmlformats.org/drawingml/2006/main">
            <a:off x="1143000" y="952500"/>
            <a:ext cx="9906000" cy="6191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5BCCE-9B1A-4680-8A66-D0589FD3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199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D63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526D63"/>
                </a:solidFill>
                <a:latin typeface="Yu Gothic"/>
                <a:ea typeface="Yu Gothic"/>
                <a:cs typeface="Yu Gothic"/>
              </a:rPr>
              <a:t>3 / 3    担当者の変更と対応履歴を記録し、チームに共有します。   架空の画面例です。</a:t>
            </a:r>
          </a:p>
        </p:txBody>
      </p:sp>
    </p:spTree>
    <p:extLst>
      <p:ext uri="{BB962C8B-B14F-4D97-AF65-F5344CB8AC3E}">
        <p14:creationId xmlns:p14="http://schemas.microsoft.com/office/powerpoint/2010/main" val="506007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2026-10-13T06:28:19.9760000Z</dcterms:created>
  <dcterms:modified xsi:type="dcterms:W3CDTF">2026-10-13T06:28:19.9760000Z</dcterms:modified>
</coreProperties>
</file>